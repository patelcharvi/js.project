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1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F94"/>
    <a:srgbClr val="420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1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7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70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2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70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55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2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57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8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780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922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734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3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267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71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8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D7733-E4C4-41AF-8671-002E6C22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lgerian" panose="04020705040A02060702" pitchFamily="82" charset="0"/>
              </a:rPr>
              <a:t>My Introduction</a:t>
            </a:r>
            <a:endParaRPr lang="en-IN" u="s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3F89-917C-4563-A020-400610F4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40" y="2432261"/>
            <a:ext cx="6798736" cy="3444997"/>
          </a:xfrm>
        </p:spPr>
        <p:txBody>
          <a:bodyPr/>
          <a:lstStyle/>
          <a:p>
            <a:r>
              <a:rPr lang="en-US" b="1" dirty="0"/>
              <a:t>NAME</a:t>
            </a:r>
            <a:r>
              <a:rPr lang="en-US" dirty="0"/>
              <a:t>:-Patel Charvi .A.</a:t>
            </a:r>
          </a:p>
          <a:p>
            <a:r>
              <a:rPr lang="en-US" b="1" dirty="0"/>
              <a:t>Enrollment no</a:t>
            </a:r>
            <a:r>
              <a:rPr lang="en-US" dirty="0"/>
              <a:t>:-</a:t>
            </a:r>
            <a:r>
              <a:rPr lang="en-US" sz="2000" dirty="0"/>
              <a:t>24C15045</a:t>
            </a:r>
          </a:p>
          <a:p>
            <a:r>
              <a:rPr lang="en-IN" b="1" dirty="0"/>
              <a:t>Course</a:t>
            </a:r>
            <a:r>
              <a:rPr lang="en-IN" dirty="0"/>
              <a:t>:-</a:t>
            </a:r>
            <a:r>
              <a:rPr lang="en-IN" sz="2000" dirty="0"/>
              <a:t>Diploma IT</a:t>
            </a:r>
          </a:p>
          <a:p>
            <a:r>
              <a:rPr lang="en-IN" b="1" dirty="0" err="1"/>
              <a:t>Semister</a:t>
            </a:r>
            <a:r>
              <a:rPr lang="en-IN" sz="2000" dirty="0"/>
              <a:t>:-3</a:t>
            </a:r>
            <a:r>
              <a:rPr lang="en-IN" sz="2000" baseline="30000" dirty="0"/>
              <a:t>rd</a:t>
            </a:r>
          </a:p>
          <a:p>
            <a:r>
              <a:rPr lang="en-IN" sz="2800" b="1" baseline="30000" dirty="0"/>
              <a:t>Section:-</a:t>
            </a:r>
            <a:r>
              <a:rPr lang="en-IN" sz="2800" baseline="30000" dirty="0"/>
              <a:t>B</a:t>
            </a:r>
            <a:endParaRPr lang="en-IN" sz="2000" baseline="30000" dirty="0"/>
          </a:p>
          <a:p>
            <a:endParaRPr lang="en-IN" sz="2000" baseline="30000" dirty="0"/>
          </a:p>
          <a:p>
            <a:endParaRPr lang="en-IN" sz="2000" baseline="30000" dirty="0"/>
          </a:p>
          <a:p>
            <a:pPr marL="0" indent="0">
              <a:buNone/>
            </a:pPr>
            <a:endParaRPr lang="en-IN" sz="2000" baseline="30000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78FA187-FE19-4E3C-A845-8E51EB32F7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426582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73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73"/>
    </mc:Choice>
    <mc:Fallback>
      <p:transition spd="slow" advTm="27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 err="1">
                <a:solidFill>
                  <a:srgbClr val="CF1F94"/>
                </a:solidFill>
              </a:rPr>
              <a:t>Fashify</a:t>
            </a:r>
            <a:r>
              <a:rPr b="1" u="sng" dirty="0"/>
              <a:t> –</a:t>
            </a:r>
            <a:r>
              <a:rPr b="1" u="sng" dirty="0">
                <a:latin typeface="Algerian" panose="04020705040A02060702" pitchFamily="82" charset="0"/>
              </a:rPr>
              <a:t> </a:t>
            </a:r>
            <a:r>
              <a:rPr u="sng" dirty="0">
                <a:latin typeface="Algerian" panose="04020705040A02060702" pitchFamily="82" charset="0"/>
              </a:rPr>
              <a:t>Fashion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105000"/>
              <a:buFont typeface="Wingdings" panose="05000000000000000000" pitchFamily="2" charset="2"/>
              <a:buChar char="Ø"/>
            </a:pPr>
            <a:r>
              <a:rPr dirty="0"/>
              <a:t>A Modern &amp; Aesthetic Fashion Catalog Website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2D0E93-A481-4D8B-B204-73A19CE30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273" y="3098538"/>
            <a:ext cx="6305107" cy="2757827"/>
          </a:xfrm>
          <a:prstGeom prst="rect">
            <a:avLst/>
          </a:prstGeom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B2536FC-E181-41F4-B7CC-B85FA37E6F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25"/>
    </mc:Choice>
    <mc:Fallback>
      <p:transition spd="slow" advTm="4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 err="1"/>
              <a:t>Fashify</a:t>
            </a:r>
            <a:r>
              <a:rPr lang="en-US" sz="1600" b="1" dirty="0"/>
              <a:t> is a modern fashion website designed to display seasonal clothing collections.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The website showcases outfits for Summer, Winter, Spring, and Marriage seasons.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It focuses on pastel colors, curved cards, and clean aesthetic design.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Each product includes an image, name, description, and price.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600" b="1" dirty="0"/>
              <a:t>The project is made up from HTML, CSS, and JavaScript.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6CE42487-9AE1-4D6C-A5BE-9FE077AD7A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6"/>
    </mc:Choice>
    <mc:Fallback>
      <p:transition spd="slow" advTm="14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To provide users with an easy and attractive platform to browse fashion items.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To display clothing collections based on different seasons.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To help customers quickly find outfits suitable for weather and occasions.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To showcase products with clear images, prices, and descriptions.</a:t>
            </a:r>
            <a:br>
              <a:rPr lang="en-US" sz="1600" b="1" dirty="0"/>
            </a:br>
            <a:endParaRPr sz="1600" b="1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79CC652-A1EB-4C8D-B6EA-8AE7AF5B09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05"/>
    </mc:Choice>
    <mc:Fallback>
      <p:transition spd="slow" advTm="24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Benefits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Displays products clearly with images, names, and prices.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Offers a smooth, user-friendly interface for all age groups.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Works perfectly on phones, tablets, and desktops.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Helps boutique owners showcase their fashion catalog online.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Saves time by presenting all products neatly in one place.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98866A2-3FFD-4400-93F5-0F1802F01B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2"/>
    </mc:Choice>
    <mc:Fallback>
      <p:transition spd="slow" advTm="9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Who can </a:t>
            </a:r>
            <a:r>
              <a:rPr dirty="0">
                <a:latin typeface="Algerian" panose="04020705040A02060702" pitchFamily="82" charset="0"/>
              </a:rPr>
              <a:t>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Anyone interested in buying trendy and seasonal fashion items.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Boutique owners or small businesses who want ideas for styling and product display</a:t>
            </a:r>
            <a:r>
              <a:rPr lang="en-US" sz="1400" b="1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Fashion lovers looking for inspiration or outfit ideas</a:t>
            </a:r>
            <a:r>
              <a:rPr lang="en-US" sz="11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1600" b="1" dirty="0"/>
              <a:t>Online shoppers who want a clean and easy shopping experience</a:t>
            </a:r>
            <a:r>
              <a:rPr lang="en-US" sz="1100" dirty="0"/>
              <a:t>.</a:t>
            </a:r>
            <a:endParaRPr sz="1400" b="1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A0F09C7-110A-4ACC-ACFB-E2470F924F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8"/>
    </mc:Choice>
    <mc:Fallback>
      <p:transition spd="slow" advTm="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4DEAEB-E96F-4D87-8911-469B526E6D18}"/>
              </a:ext>
            </a:extLst>
          </p:cNvPr>
          <p:cNvSpPr txBox="1"/>
          <p:nvPr/>
        </p:nvSpPr>
        <p:spPr>
          <a:xfrm rot="20581695">
            <a:off x="1653352" y="2967334"/>
            <a:ext cx="5513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Thank you </a:t>
            </a:r>
            <a:endParaRPr lang="en-IN" sz="5400" dirty="0">
              <a:latin typeface="Algerian" panose="04020705040A02060702" pitchFamily="82" charset="0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0D74406-6F4C-4C81-AE7E-918FFC225E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04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2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89"/>
    </mc:Choice>
    <mc:Fallback>
      <p:transition spd="slow" advTm="25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</TotalTime>
  <Words>254</Words>
  <Application>Microsoft Office PowerPoint</Application>
  <PresentationFormat>On-screen Show (4:3)</PresentationFormat>
  <Paragraphs>32</Paragraphs>
  <Slides>7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Garamond</vt:lpstr>
      <vt:lpstr>Wingdings</vt:lpstr>
      <vt:lpstr>Organic</vt:lpstr>
      <vt:lpstr>My Introduction</vt:lpstr>
      <vt:lpstr>Fashify – Fashion Website</vt:lpstr>
      <vt:lpstr>Introduction</vt:lpstr>
      <vt:lpstr>Purpose</vt:lpstr>
      <vt:lpstr>Benefits</vt:lpstr>
      <vt:lpstr>Who can Use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Fashify – Fashion Website</dc:title>
  <dc:subject/>
  <dc:creator/>
  <cp:keywords/>
  <dc:description>generated using python-pptx</dc:description>
  <cp:lastModifiedBy>Charvi Patel</cp:lastModifiedBy>
  <cp:revision>12</cp:revision>
  <dcterms:created xsi:type="dcterms:W3CDTF">2013-01-27T09:14:16Z</dcterms:created>
  <dcterms:modified xsi:type="dcterms:W3CDTF">2025-11-24T12:18:31Z</dcterms:modified>
  <cp:category/>
</cp:coreProperties>
</file>